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1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1E90FF">
              <a:alpha val="10000"/>
            </a:srgbClr>
          </a:solidFill>
          <a:ln w="12700">
            <a:solidFill>
              <a:srgbClr val="1E90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F6B35">
              <a:alpha val="7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256032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344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AxisFleet captures data from every truck.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2633472"/>
            <a:ext cx="25603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45720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load cells and air suspension systems.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heavy haul and mining operations.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" y="292608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292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212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components. One complete system.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AxisFleet hardware suite integrates seamlessly with any truck — whether it uses load cells or air suspension.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743200" cy="144475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27432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11480" y="1581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581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Modules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modules that read weight data from load cells or pressure transducers and transmit to the Control Unit.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444752"/>
            <a:ext cx="2743200" cy="144475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182112" y="1444752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319272" y="1581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76472" y="1581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19933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system. Processes all data, handles GPS, GSM/GPRS, Wi-Fi and accelerometer in one robust enclosure.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1444752"/>
            <a:ext cx="2743200" cy="144475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089904" y="1444752"/>
            <a:ext cx="27432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227064" y="15819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84264" y="1581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Console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27064" y="199339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Driver-facing display in the cab. Colour-coded weight status with fingerprint login. Red means stop.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90672"/>
            <a:ext cx="4160520" cy="144475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41605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11480" y="32278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3227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63931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One button prints gross, nett and axle weights with GPS coordinates and timestamp.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090672"/>
            <a:ext cx="4160520" cy="144475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709160" y="3090672"/>
            <a:ext cx="4160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846320" y="32278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32278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Input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639312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transducers tap into air suspension per axle group — or connects directly to existing load cells already installed.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" y="256032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everything connects on the truck.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645920" cy="1280160"/>
          </a:xfrm>
          <a:prstGeom prst="rect">
            <a:avLst/>
          </a:prstGeom>
          <a:solidFill>
            <a:srgbClr val="0D2235"/>
          </a:solidFill>
          <a:ln w="254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1828800"/>
            <a:ext cx="5029200" cy="822960"/>
          </a:xfrm>
          <a:prstGeom prst="rect">
            <a:avLst/>
          </a:prstGeom>
          <a:solidFill>
            <a:srgbClr val="0D2235"/>
          </a:solidFill>
          <a:ln w="254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02920" cy="502920"/>
          </a:xfrm>
          <a:prstGeom prst="ellipse">
            <a:avLst/>
          </a:prstGeom>
          <a:solidFill>
            <a:srgbClr val="1A3048"/>
          </a:solidFill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417320" y="2606040"/>
            <a:ext cx="502920" cy="502920"/>
          </a:xfrm>
          <a:prstGeom prst="ellipse">
            <a:avLst/>
          </a:prstGeom>
          <a:solidFill>
            <a:srgbClr val="1A3048"/>
          </a:solidFill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017520" y="2606040"/>
            <a:ext cx="502920" cy="502920"/>
          </a:xfrm>
          <a:prstGeom prst="ellipse">
            <a:avLst/>
          </a:prstGeom>
          <a:solidFill>
            <a:srgbClr val="1A3048"/>
          </a:solidFill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840480" y="2606040"/>
            <a:ext cx="502920" cy="502920"/>
          </a:xfrm>
          <a:prstGeom prst="ellipse">
            <a:avLst/>
          </a:prstGeom>
          <a:solidFill>
            <a:srgbClr val="1A3048"/>
          </a:solidFill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5029200" y="2606040"/>
            <a:ext cx="502920" cy="502920"/>
          </a:xfrm>
          <a:prstGeom prst="ellipse">
            <a:avLst/>
          </a:prstGeom>
          <a:solidFill>
            <a:srgbClr val="1A3048"/>
          </a:solidFill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5852160" y="2606040"/>
            <a:ext cx="502920" cy="502920"/>
          </a:xfrm>
          <a:prstGeom prst="ellipse">
            <a:avLst/>
          </a:prstGeom>
          <a:solidFill>
            <a:srgbClr val="1A3048"/>
          </a:solidFill>
          <a:ln w="25400">
            <a:solidFill>
              <a:srgbClr val="3A507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594360" y="1481328"/>
            <a:ext cx="1325880" cy="502920"/>
          </a:xfrm>
          <a:prstGeom prst="rect">
            <a:avLst/>
          </a:prstGeom>
          <a:solidFill>
            <a:srgbClr val="0D1B2A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94360" y="15819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121408" y="1298448"/>
            <a:ext cx="822960" cy="475488"/>
          </a:xfrm>
          <a:prstGeom prst="rect">
            <a:avLst/>
          </a:prstGeom>
          <a:solidFill>
            <a:srgbClr val="0D22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2121408" y="131673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944368" y="1874520"/>
            <a:ext cx="640080" cy="347472"/>
          </a:xfrm>
          <a:prstGeom prst="rect">
            <a:avLst/>
          </a:prstGeom>
          <a:solidFill>
            <a:srgbClr val="0D2235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944368" y="1920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67328" y="1874520"/>
            <a:ext cx="640080" cy="347472"/>
          </a:xfrm>
          <a:prstGeom prst="rect">
            <a:avLst/>
          </a:prstGeom>
          <a:solidFill>
            <a:srgbClr val="0D2235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767328" y="1920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956048" y="1874520"/>
            <a:ext cx="640080" cy="347472"/>
          </a:xfrm>
          <a:prstGeom prst="rect">
            <a:avLst/>
          </a:prstGeom>
          <a:solidFill>
            <a:srgbClr val="0D2235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956048" y="1920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SM-3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779008" y="1874520"/>
            <a:ext cx="640080" cy="347472"/>
          </a:xfrm>
          <a:prstGeom prst="rect">
            <a:avLst/>
          </a:prstGeom>
          <a:solidFill>
            <a:srgbClr val="0D2235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5779008" y="1920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606040" y="1536192"/>
            <a:ext cx="457200" cy="182880"/>
          </a:xfrm>
          <a:prstGeom prst="line">
            <a:avLst/>
          </a:prstGeom>
          <a:noFill/>
          <a:ln w="12700">
            <a:solidFill>
              <a:srgbClr val="1E90FF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2606040" y="1536192"/>
            <a:ext cx="1280160" cy="347472"/>
          </a:xfrm>
          <a:prstGeom prst="line">
            <a:avLst/>
          </a:prstGeom>
          <a:noFill/>
          <a:ln w="12700">
            <a:solidFill>
              <a:srgbClr val="1E90FF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2606040" y="1536192"/>
            <a:ext cx="2468880" cy="347472"/>
          </a:xfrm>
          <a:prstGeom prst="line">
            <a:avLst/>
          </a:prstGeom>
          <a:noFill/>
          <a:ln w="12700">
            <a:solidFill>
              <a:srgbClr val="1E90FF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2606040" y="1536192"/>
            <a:ext cx="3291840" cy="347472"/>
          </a:xfrm>
          <a:prstGeom prst="line">
            <a:avLst/>
          </a:prstGeom>
          <a:noFill/>
          <a:ln w="12700">
            <a:solidFill>
              <a:srgbClr val="1E90FF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2121408" y="1536192"/>
            <a:ext cx="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2286000" y="841248"/>
            <a:ext cx="502920" cy="365760"/>
          </a:xfrm>
          <a:prstGeom prst="ellipse">
            <a:avLst/>
          </a:prstGeom>
          <a:solidFill>
            <a:srgbClr val="0D2235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2286000" y="8869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532888" y="1207008"/>
            <a:ext cx="0" cy="91440"/>
          </a:xfrm>
          <a:prstGeom prst="line">
            <a:avLst/>
          </a:prstGeom>
          <a:noFill/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2926080" y="841248"/>
            <a:ext cx="594360" cy="365760"/>
          </a:xfrm>
          <a:prstGeom prst="ellipse">
            <a:avLst/>
          </a:prstGeom>
          <a:solidFill>
            <a:srgbClr val="0D2235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2926080" y="8869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606040" y="1298448"/>
            <a:ext cx="621792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7406640" y="777240"/>
            <a:ext cx="1371600" cy="594360"/>
          </a:xfrm>
          <a:prstGeom prst="ellipse">
            <a:avLst/>
          </a:prstGeom>
          <a:solidFill>
            <a:srgbClr val="0D2235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7406640" y="822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520440" y="1024128"/>
            <a:ext cx="388620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ysDot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2999232" y="3218688"/>
            <a:ext cx="566928" cy="274320"/>
          </a:xfrm>
          <a:prstGeom prst="rect">
            <a:avLst/>
          </a:prstGeom>
          <a:solidFill>
            <a:srgbClr val="0D2235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2999232" y="32552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010912" y="3218688"/>
            <a:ext cx="566928" cy="274320"/>
          </a:xfrm>
          <a:prstGeom prst="rect">
            <a:avLst/>
          </a:prstGeom>
          <a:solidFill>
            <a:srgbClr val="0D2235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5010912" y="32552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282696" y="2221992"/>
            <a:ext cx="0" cy="996696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5276088" y="2221992"/>
            <a:ext cx="0" cy="996696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47" name="Shape 45"/>
          <p:cNvSpPr/>
          <p:nvPr/>
        </p:nvSpPr>
        <p:spPr>
          <a:xfrm>
            <a:off x="594360" y="2029968"/>
            <a:ext cx="731520" cy="347472"/>
          </a:xfrm>
          <a:prstGeom prst="rect">
            <a:avLst/>
          </a:prstGeom>
          <a:solidFill>
            <a:srgbClr val="0D2235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594360" y="20848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65760" y="3611880"/>
            <a:ext cx="228600" cy="10972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685800" y="3584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(sender → control unit)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3858768"/>
            <a:ext cx="2286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685800" y="3831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GSM/GPRS to cloud server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105656"/>
            <a:ext cx="22860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685800" y="40782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(control unit → console)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4352544"/>
            <a:ext cx="22860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685800" y="43251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connections (load cell / pressure transducer)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85800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858000" y="1691640"/>
            <a:ext cx="457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699516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Console — driver cab display + fingerprint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58000" y="2039112"/>
            <a:ext cx="4572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6995160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— IP67, GPS, GSM, Wi-Fi, accelerometer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58000" y="2386584"/>
            <a:ext cx="45720" cy="25603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6995160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Modules — up to 18 per truck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858000" y="2734056"/>
            <a:ext cx="45720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699516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Transducer / Load Cell sensor input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58000" y="3081528"/>
            <a:ext cx="45720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699516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Printer — optional, one-button printout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9" name="Text 67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" y="292608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292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DETAIL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— The Brain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926080" cy="34747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6B3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9260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Polycarbonate Enclosure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810512"/>
            <a:ext cx="2468880" cy="23774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749808" y="1920240"/>
            <a:ext cx="640080" cy="365760"/>
          </a:xfrm>
          <a:prstGeom prst="rect">
            <a:avLst/>
          </a:prstGeom>
          <a:solidFill>
            <a:srgbClr val="0D1B2A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749808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36192" y="1920240"/>
            <a:ext cx="640080" cy="36576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536192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49808" y="2423160"/>
            <a:ext cx="640080" cy="365760"/>
          </a:xfrm>
          <a:prstGeom prst="rect">
            <a:avLst/>
          </a:prstGeom>
          <a:solidFill>
            <a:srgbClr val="0D1B2A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49808" y="2423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536192" y="2423160"/>
            <a:ext cx="640080" cy="365760"/>
          </a:xfrm>
          <a:prstGeom prst="rect">
            <a:avLst/>
          </a:prstGeom>
          <a:solidFill>
            <a:srgbClr val="0D1B2A"/>
          </a:solidFill>
          <a:ln w="190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536192" y="2423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51560" y="2926080"/>
            <a:ext cx="960120" cy="502920"/>
          </a:xfrm>
          <a:prstGeom prst="rect">
            <a:avLst/>
          </a:prstGeom>
          <a:solidFill>
            <a:srgbClr val="0D1B2A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105156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49808" y="3547872"/>
            <a:ext cx="640080" cy="320040"/>
          </a:xfrm>
          <a:prstGeom prst="rect">
            <a:avLst/>
          </a:prstGeom>
          <a:solidFill>
            <a:srgbClr val="0D1B2A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749808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10-24V DC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536192" y="3547872"/>
            <a:ext cx="640080" cy="320040"/>
          </a:xfrm>
          <a:prstGeom prst="rect">
            <a:avLst/>
          </a:prstGeom>
          <a:solidFill>
            <a:srgbClr val="0D1B2A"/>
          </a:solidFill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1536192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0" y="109728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657600" y="1097280"/>
            <a:ext cx="4572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822192" y="11338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10–24V DC Power Supply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22192" y="133502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any truck electrical system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160020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3657600" y="1600200"/>
            <a:ext cx="45720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22192" y="16367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GSM/GPRS Transmission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22192" y="183794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Payload, GPS and speed data sent to cloud in real time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0" y="210312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3657600" y="2103120"/>
            <a:ext cx="4572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3822192" y="21396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22192" y="23408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route tracking on every reading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0" y="260604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3657600" y="2606040"/>
            <a:ext cx="45720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3822192" y="26426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Module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22192" y="284378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diagnostics via any smart device on-site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0" y="310896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Shape 40"/>
          <p:cNvSpPr/>
          <p:nvPr/>
        </p:nvSpPr>
        <p:spPr>
          <a:xfrm>
            <a:off x="3657600" y="3108960"/>
            <a:ext cx="4572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3822192" y="314553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22192" y="334670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last 10 seconds of motion before any impact or rollover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0" y="361188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3657600" y="3611880"/>
            <a:ext cx="45720" cy="43891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3822192" y="36484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Rated Enclosure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822192" y="384962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Dustproof and weatherproof — built for mine environments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4114800"/>
            <a:ext cx="52120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Shape 48"/>
          <p:cNvSpPr/>
          <p:nvPr/>
        </p:nvSpPr>
        <p:spPr>
          <a:xfrm>
            <a:off x="3657600" y="4114800"/>
            <a:ext cx="4572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3822192" y="41513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Updates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22192" y="435254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updates and diagnostics without physical access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" y="292608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292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DETAIL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 Console — Driver Interface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knows exactly what is happening — before the truck moves.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14600" cy="3017520"/>
          </a:xfrm>
          <a:prstGeom prst="rect">
            <a:avLst/>
          </a:prstGeom>
          <a:solidFill>
            <a:srgbClr val="0D2235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514600" cy="502920"/>
          </a:xfrm>
          <a:prstGeom prst="rect">
            <a:avLst/>
          </a:prstGeom>
          <a:solidFill>
            <a:srgbClr val="1A3A2A"/>
          </a:solidFill>
          <a:ln w="317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48,900 kg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715768"/>
            <a:ext cx="2194560" cy="0"/>
          </a:xfrm>
          <a:prstGeom prst="line">
            <a:avLst/>
          </a:prstGeom>
          <a:noFill/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34440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24,250 kg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2278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34440" y="3227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8,800 kg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39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34440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15,800 kg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empty / idle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417320" y="4498848"/>
            <a:ext cx="594360" cy="502920"/>
          </a:xfrm>
          <a:prstGeom prst="ellipse">
            <a:avLst/>
          </a:prstGeom>
          <a:solidFill>
            <a:srgbClr val="0D22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1417320" y="451713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1417320"/>
            <a:ext cx="2514600" cy="3017520"/>
          </a:xfrm>
          <a:prstGeom prst="rect">
            <a:avLst/>
          </a:prstGeom>
          <a:solidFill>
            <a:srgbClr val="0D2235"/>
          </a:solidFill>
          <a:ln w="31750">
            <a:solidFill>
              <a:srgbClr val="00C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3291840" y="1417320"/>
            <a:ext cx="2514600" cy="502920"/>
          </a:xfrm>
          <a:prstGeom prst="rect">
            <a:avLst/>
          </a:prstGeom>
          <a:solidFill>
            <a:srgbClr val="1A2A1A"/>
          </a:solidFill>
          <a:ln w="31750">
            <a:solidFill>
              <a:srgbClr val="00CC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329184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2900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2900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158,400 kg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2064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2715768"/>
            <a:ext cx="2194560" cy="0"/>
          </a:xfrm>
          <a:prstGeom prst="line">
            <a:avLst/>
          </a:prstGeom>
          <a:noFill/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3429000" y="2816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69080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52,800 kg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32278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69080" y="3227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52,400 kg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9000" y="3639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069080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53,200 kg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4251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safe load limit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51960" y="4498848"/>
            <a:ext cx="594360" cy="502920"/>
          </a:xfrm>
          <a:prstGeom prst="ellipse">
            <a:avLst/>
          </a:prstGeom>
          <a:solidFill>
            <a:srgbClr val="0D22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251960" y="451713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26480" y="1417320"/>
            <a:ext cx="2514600" cy="3017520"/>
          </a:xfrm>
          <a:prstGeom prst="rect">
            <a:avLst/>
          </a:prstGeom>
          <a:solidFill>
            <a:srgbClr val="0D2235"/>
          </a:solidFill>
          <a:ln w="3175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6126480" y="1417320"/>
            <a:ext cx="2514600" cy="502920"/>
          </a:xfrm>
          <a:prstGeom prst="rect">
            <a:avLst/>
          </a:prstGeom>
          <a:solidFill>
            <a:srgbClr val="3A1A1A"/>
          </a:solidFill>
          <a:ln w="317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12648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20574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3640" y="2240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171,200 kg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95528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2715768"/>
            <a:ext cx="2194560" cy="0"/>
          </a:xfrm>
          <a:prstGeom prst="line">
            <a:avLst/>
          </a:prstGeom>
          <a:noFill/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6263640" y="2816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03720" y="28163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58,000 kg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32278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03720" y="3227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56,600 kg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36393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3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03720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56,600 kg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4251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permit threshold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86600" y="4498848"/>
            <a:ext cx="594360" cy="502920"/>
          </a:xfrm>
          <a:prstGeom prst="ellipse">
            <a:avLst/>
          </a:prstGeom>
          <a:solidFill>
            <a:srgbClr val="0D22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7086600" y="451713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365760" y="44805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Colour: Amber = idle  |  Green = safe load  |  Red = overload alert  |  Fingerprint login ties every load to a named driver  |  Simple — driver sees gross weight and axle weights only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" y="292608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292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DETAIL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Modules &amp; Sensor Inputs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0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32004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MODULE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600200"/>
            <a:ext cx="2194560" cy="1371600"/>
          </a:xfrm>
          <a:prstGeom prst="rect">
            <a:avLst/>
          </a:prstGeom>
          <a:solidFill>
            <a:srgbClr val="0D1B2A"/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1051560" y="1783080"/>
            <a:ext cx="1828800" cy="10058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005840" y="1828800"/>
            <a:ext cx="228600" cy="22860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228600" cy="2286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06040" y="1463040"/>
            <a:ext cx="73152" cy="2743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2542032" y="1371600"/>
            <a:ext cx="201168" cy="13716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02920" y="3127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 per module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two load cell or transducer inputs simultaneously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encapsulated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5935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against dust, water and mine conditions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to Control Unit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89534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cables between modules and the control unit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40325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Mounts at the axle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1970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directly next to the load cell or suspension tap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" y="4334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18 modules per truck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4988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complex multi-axle configurations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0" y="1078992"/>
            <a:ext cx="5029200" cy="1600200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3840480" y="1078992"/>
            <a:ext cx="50292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3977640" y="11887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OPTION A — Load Cell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1508760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trucks already fitted with load cells. The sender module couples directly to any existing insitu load cell. No reinstallation required — plug in and go. Output equivalent to ±1% accuracy.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2816352"/>
            <a:ext cx="5029200" cy="1737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840480" y="2816352"/>
            <a:ext cx="5029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3977640" y="2926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OPTION B — Air Suspension Tap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77640" y="32461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trucks with air suspension. A pressure transducer taps directly into the air suspension system per axle group. Measures pressure proportional to the applied load — no load cell needed. Not sensitive to moisture.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4434840"/>
            <a:ext cx="5029200" cy="73152"/>
          </a:xfrm>
          <a:prstGeom prst="rect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3977640" y="446227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AxisFleet works on virtually any heavy haul truck in South Africa.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274320" y="292608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384048" y="292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HARDWARE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where your trucks actually work.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cables between trailer and cab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990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cordless between axle modules and the driver's console. Eliminates the most common failure point of traditional weigh systems.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54864" cy="777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89204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to ±1%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3990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consistent accuracy of ±1% — allowing operators to load within the maximum profitability window every time, every cycle.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274320" y="1947672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Weatherproof and robust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67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IP67 rated control unit. All components designed for dusty, wet and harsh mine road conditions. Low maintenance by design.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94767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709160" y="1947672"/>
            <a:ext cx="54864" cy="777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89204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calibration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267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taring done from any Android smartphone via Wi-Fi. No technician on-site, no complex keyboard interface.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81635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274320" y="2816352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safety recording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36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truck movement data for the last 10 seconds before any impact or rollover event. Critical for incident investigation.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81635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709160" y="2816352"/>
            <a:ext cx="54864" cy="777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892040" y="28803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updates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136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updates and system diagnostics performed remotely. System downtime clamped to an absolute minimum.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68503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274320" y="3685032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load cells AND air susp.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005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fleet is too old or too specialised. If the truck can be weighed, AxisFleet can capture it.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685032"/>
            <a:ext cx="4251960" cy="7772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4709160" y="3685032"/>
            <a:ext cx="54864" cy="777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892040" y="3749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fingerprint accountability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005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trip, load event and incident is tied to a specific named driver — not just a vehicle registration.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5943600" y="914400"/>
            <a:ext cx="5029200" cy="5029200"/>
          </a:xfrm>
          <a:prstGeom prst="ellipse">
            <a:avLst/>
          </a:prstGeom>
          <a:solidFill>
            <a:srgbClr val="1E90FF">
              <a:alpha val="5000"/>
            </a:srgbClr>
          </a:solidFill>
          <a:ln w="12700">
            <a:solidFill>
              <a:srgbClr val="1E90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1480"/>
            <a:ext cx="256032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2801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is ready.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24505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that remains is connecting it to your fleet.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907792"/>
            <a:ext cx="164592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36576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axisfleetsa@gmail.com  |  axisfleetsa.co.za  |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Almó Esterhuizen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71830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will watch over your coming and going." — Psalm 121:8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1057</Words>
  <Application>Microsoft Office PowerPoint</Application>
  <PresentationFormat>On-screen Show (16:9)</PresentationFormat>
  <Paragraphs>172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AxisFleet — Hardware System</dc:title>
  <dc:subject>PptxGenJS Presentation</dc:subject>
  <dc:creator>PptxGenJS</dc:creator>
  <cp:lastModifiedBy>Almo Everyday</cp:lastModifiedBy>
  <cp:revision>1</cp:revision>
  <dcterms:created xsi:type="dcterms:W3CDTF">2026-03-31T07:52:42Z</dcterms:created>
  <dcterms:modified xsi:type="dcterms:W3CDTF">2026-03-31T11:00:07Z</dcterms:modified>
</cp:coreProperties>
</file>