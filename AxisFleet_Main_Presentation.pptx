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 Loads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38</c:v>
                </c:pt>
                <c:pt idx="2">
                  <c:v>45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Overloads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6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Underloads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Week 1</c:v>
                  </c:pt>
                  <c:pt idx="1">
                    <c:v>Week 2</c:v>
                  </c:pt>
                  <c:pt idx="2">
                    <c:v>Week 3</c:v>
                  </c:pt>
                  <c:pt idx="3">
                    <c:v>Week 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</c:v>
                </c:pt>
                <c:pt idx="1">
                  <c:v>7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Overload Events</c:v>
                </c:pt>
              </c:strCache>
            </c:strRef>
          </c:tx>
          <c:spPr>
            <a:solidFill>
              <a:srgbClr val="FF6B35"/>
            </a:solidFill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Month 1</c:v>
                  </c:pt>
                  <c:pt idx="1">
                    <c:v>Month 2</c:v>
                  </c:pt>
                  <c:pt idx="2">
                    <c:v>Month 3</c:v>
                  </c:pt>
                  <c:pt idx="3">
                    <c:v>Month 4</c:v>
                  </c:pt>
                  <c:pt idx="4">
                    <c:v>Month 5</c:v>
                  </c:pt>
                  <c:pt idx="5">
                    <c:v>Month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20</c:v>
                </c:pt>
                <c:pt idx="2">
                  <c:v>14</c:v>
                </c:pt>
                <c:pt idx="3">
                  <c:v>9</c:v>
                </c:pt>
                <c:pt idx="4">
                  <c:v>5</c:v>
                </c:pt>
                <c:pt idx="5">
                  <c:v>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2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645920"/>
            <a:ext cx="4114800" cy="4114800"/>
          </a:xfrm>
          <a:prstGeom prst="ellipse">
            <a:avLst/>
          </a:prstGeom>
          <a:solidFill>
            <a:srgbClr val="1E90FF">
              <a:alpha val="10000"/>
            </a:srgbClr>
          </a:solidFill>
          <a:ln w="12700">
            <a:solidFill>
              <a:srgbClr val="1E90FF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56032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Intelligence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99339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Truck. Every Load. Every Route.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697480"/>
            <a:ext cx="256032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83464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Powering the people that move the world.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Almó Esterhuizen  |  AxisFleet (Pty) Ltd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haul  |  Mining transport  |  Bulk commodity fleets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EXPLORE TODAY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Way to Run Your Fleet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54864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your fleet data currently goes — and what becomes possible when you unlock 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1480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280160"/>
            <a:ext cx="54864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5331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30952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556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AxisFleet turns raw truck data into operational intelligence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11480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77440"/>
            <a:ext cx="54864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2852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data capture, transmission and reporting explained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377440"/>
            <a:ext cx="411480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377440"/>
            <a:ext cx="54864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330952" y="2468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852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and automated fleet reports — always on, always live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11480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474720"/>
            <a:ext cx="54864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96112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11480" y="3950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transparent per-truck monthly pricing model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3474720"/>
            <a:ext cx="4114800" cy="96012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3474720"/>
            <a:ext cx="54864" cy="9601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478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30952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3950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low-risk pilot proposal — full visibility from day one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fleet generates data every minute of every day.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what becomes possible when you actually use it.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011680" cy="301752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2148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every load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moves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83464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weight confirmed at the point of loading — before the truck leaves the yard. Every time.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600200"/>
            <a:ext cx="2011680" cy="301752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60020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148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entire fleet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83464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truck. Every route. Every stop. Live on one screen — whether it's 5 trucks or 500.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6864" y="1600200"/>
            <a:ext cx="2011680" cy="301752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60020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36592" y="2148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culture of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283464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braking event, every speed violation, every load — tied to a named driver. Not just a truck.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1600200"/>
            <a:ext cx="2011680" cy="301752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60020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1691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12864" y="214884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that write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themselves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12864" y="2834640"/>
            <a:ext cx="1783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monthly — automated and delivered. Your team spends time on decisions, not data capturing.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module. Complete fleet intelligence.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AxisFleet module installs in each truck and captures axle weight, driver behaviour and GPS simultaneously — transmitting live to your dashboard.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0" cy="2926080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91640"/>
            <a:ext cx="274320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96896"/>
            <a:ext cx="41148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614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Air suspension axle weight tap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1821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GPS location &amp; speed tracking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602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 braking accelerometer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023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Driver identification login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691640"/>
            <a:ext cx="2743200" cy="2926080"/>
          </a:xfrm>
          <a:prstGeom prst="rect">
            <a:avLst/>
          </a:prstGeom>
          <a:solidFill>
            <a:srgbClr val="FFF5F0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691640"/>
            <a:ext cx="27432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33756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596896"/>
            <a:ext cx="41148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7614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Wireless SIM card transmission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37560" y="31821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data every 2 minutes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602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Works in remote &amp; rural environments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4023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Wi-Fi available at loading sites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1691640"/>
            <a:ext cx="2743200" cy="2926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1691640"/>
            <a:ext cx="274320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810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263640" y="22677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596896"/>
            <a:ext cx="41148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76148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fleet dashboard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318211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daily &amp; monthly reports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360273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Overload &amp; risk instant alerts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40233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Per-truck performance analytics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DELIVER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real decisions — in minutes.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05840" y="2523744"/>
            <a:ext cx="7132320" cy="0"/>
          </a:xfrm>
          <a:prstGeom prst="line">
            <a:avLst/>
          </a:prstGeom>
          <a:noFill/>
          <a:ln w="19050">
            <a:solidFill>
              <a:srgbClr val="1E90F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04672" y="2157984"/>
            <a:ext cx="731520" cy="7315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157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3035808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existing air suspension lines. Non-invasive. Installs in minutes per truck.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3744" y="2157984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2157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66544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29968" y="3035808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Axle weight, GPS, speed, braking and driver ID captured every 2 minutes.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42816" y="2157984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2157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85616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035808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GSM/GPRS SIM transmits data to AxisFleet cloud server in real time.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61888" y="2157984"/>
            <a:ext cx="731520" cy="73152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1888" y="2157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04688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68112" y="3035808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 sees live status. Overload flags trigger instant alerts.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80960" y="2157984"/>
            <a:ext cx="731520" cy="7315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1579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23760" y="135331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87184" y="3035808"/>
            <a:ext cx="16276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reports on demand. Data always live — pull any time.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SEE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data. Automated reports. Zero manual effort.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37744" cy="23774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Fleet Summary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447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loads completed — perfect vs overload vs underload per truck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237744" cy="23774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556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Per-Truck Breakdown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axle weights, speed events and hard braking per truck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322576"/>
            <a:ext cx="237744" cy="23774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225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Accountability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5786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tied to a named driver via login system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237744" cy="23774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895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Analysis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14553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at loading point, on road, at offload — full turnaround efficiency view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456432"/>
            <a:ext cx="237744" cy="23774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564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Weekly/monthly performance trends and improvement tracking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237744" cy="23774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Limits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279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thresholds set on a separate config page — editable by client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0" y="10789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Monthly Load Performance (Fleet of 20 trucks)</a:t>
            </a:r>
            <a:endParaRPr lang="en-US" sz="9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526280" y="1371600"/>
          <a:ext cx="4343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data means better decisions.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 mean better operations.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011680" cy="224028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50876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Accuracy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load within maximum profitability window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1508760"/>
            <a:ext cx="2011680" cy="224028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50592" y="1508760"/>
            <a:ext cx="2011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6276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42032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Recording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42032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 logs last 10 seconds before any incident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26864" y="1508760"/>
            <a:ext cx="2011680" cy="224028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1508760"/>
            <a:ext cx="201168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6276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168t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18304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Monitoring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18304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weight thresholds per operation and permit type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03136" y="1508760"/>
            <a:ext cx="2011680" cy="224028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1508760"/>
            <a:ext cx="2011680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162763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94576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94576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any report at any time — all data streams in real time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8221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reduction trend — estimated for fleet of 20 trucks over 6-month pilot</a:t>
            </a:r>
            <a:endParaRPr lang="en-US" sz="8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65760" y="4023360"/>
          <a:ext cx="8412480" cy="685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Transparent. Per truck.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hidden fees. No long contracts. Just measurable value delivered every month.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2743200" cy="34107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R1,500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truck / per month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679192"/>
            <a:ext cx="347472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798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axle weight data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GPS tracking &amp; routes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Driver behaviour data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Raw data feed to your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 portal access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82112" y="1389888"/>
            <a:ext cx="2743200" cy="34107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389888"/>
            <a:ext cx="27432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17830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R2,500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319272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truck / per month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19272" y="2679192"/>
            <a:ext cx="34747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798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Raw Data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9272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automated reports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19272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Overload &amp; risk alerts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19272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Performance dashboards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9272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Driver accountability reports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19272" y="4352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Configurable thresholds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9904" y="1389888"/>
            <a:ext cx="2743200" cy="3410712"/>
          </a:xfrm>
          <a:prstGeom prst="rect">
            <a:avLst/>
          </a:prstGeom>
          <a:solidFill>
            <a:srgbClr val="F4F7FB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27064" y="1536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27064" y="17830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227064" y="23957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pricing available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227064" y="2679192"/>
            <a:ext cx="347472" cy="3657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27980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Fully Managed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27064" y="3108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integration to your systems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27064" y="34198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report formats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27064" y="3730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support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27064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Multi-fleet management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27064" y="43525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On-site training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AXISFLEET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people who understand your industry.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is not a technology company that discovered transport. We are transport people who built the technology.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7373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 has direct hands-on experience in heavy haul transport, fleet monitoring systems and data analytics. We understand what it takes to run large fleets across different commodities, routes and client environments — because we have lived 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724912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is a registered South African (Pty) Ltd company based in Pretoria. Our focus is exclusively on transport fleet intelligence — built for SA roads, operations and compliance environments, across any industry.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170432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170432"/>
            <a:ext cx="54864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23444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Industry-first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4721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transport operators, not just developers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0" y="1837944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837944"/>
            <a:ext cx="54864" cy="56692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9019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hardware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139696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field-tested wireless load management technology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2505456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2505456"/>
            <a:ext cx="54864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56946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focused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807208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South African road, operations and compliance environments — any commodity, any fleet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3172968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172968"/>
            <a:ext cx="54864" cy="56692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23697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data, your way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47472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or managed reports — you choose the format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3840480"/>
            <a:ext cx="3931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840480"/>
            <a:ext cx="54864" cy="5669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90448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Steadfast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41422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 for the long term — not a once-off sale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3840480" cy="3840480"/>
          </a:xfrm>
          <a:prstGeom prst="ellipse">
            <a:avLst/>
          </a:prstGeom>
          <a:solidFill>
            <a:srgbClr val="1E90FF">
              <a:alpha val="8000"/>
            </a:srgbClr>
          </a:solidFill>
          <a:ln w="12700">
            <a:solidFill>
              <a:srgbClr val="1E90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320040"/>
            <a:ext cx="45720" cy="2011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320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with a pilot.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 90-day pilot on a defined set of trucks — no long-term commitment, full data visibility from day 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2011680" cy="26060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9568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4048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Interest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7797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meeting to discuss scope, truck numbers and site access.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50592" y="1874520"/>
            <a:ext cx="2011680" cy="26060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9568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7797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 simple 90-day pilot agreement with clear, measurable KPIs.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26864" y="1874520"/>
            <a:ext cx="2011680" cy="26060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19568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36592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36592" y="27797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installed on pilot fleet. Zero downtime — minutes per truck.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36592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3-4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03136" y="1874520"/>
            <a:ext cx="2011680" cy="2606040"/>
          </a:xfrm>
          <a:prstGeom prst="rect">
            <a:avLst/>
          </a:prstGeom>
          <a:solidFill>
            <a:srgbClr val="0D2235"/>
          </a:solidFill>
          <a:ln w="12700">
            <a:solidFill>
              <a:srgbClr val="1A30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195681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12864" y="23957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Report Live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12864" y="277977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live. Alerts active. First automated report delivered.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12864" y="3749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of pilot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60E17"/>
          </a:solidFill>
          <a:ln w="12700">
            <a:solidFill>
              <a:srgbClr val="060E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9103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 (Pty) Ltd  |  axisfleetsa@gmail.com  |  axisfleetsa.co.za  |  Reg: 2026/249788/07</a:t>
            </a:r>
            <a:endParaRPr lang="en-US" sz="7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873752"/>
            <a:ext cx="1371600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1097280"/>
            <a:ext cx="5029200" cy="5029200"/>
          </a:xfrm>
          <a:prstGeom prst="ellipse">
            <a:avLst/>
          </a:prstGeom>
          <a:solidFill>
            <a:srgbClr val="1E90FF">
              <a:alpha val="5000"/>
            </a:srgbClr>
          </a:solidFill>
          <a:ln w="12700">
            <a:solidFill>
              <a:srgbClr val="1E90FF">
                <a:alpha val="1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1480"/>
            <a:ext cx="256032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2344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make your fleet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smarter?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365760" y="23042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start the conversation.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2743200"/>
            <a:ext cx="164592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880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65760" y="30358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Almó Esterhuizen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2186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65760" y="33741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axisfleetsa@gmail.com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355701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65760" y="37124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axisfleetsa.co.za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389534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65760" y="405079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Montana, Pretoria, South Africa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65760" y="42336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65760" y="43891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Reg: 2026/249788/07  |  AxisFleet (Pty) Ltd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" y="471830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will watch over your coming and going." — Psalm 121:8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AxisFleet — Fleet Intelligence Proposal</dc:title>
  <dc:subject>PptxGenJS Presentation</dc:subject>
  <dc:creator>PptxGenJS</dc:creator>
  <cp:lastModifiedBy>PptxGenJS</cp:lastModifiedBy>
  <cp:revision>1</cp:revision>
  <dcterms:created xsi:type="dcterms:W3CDTF">2026-03-31T07:53:14Z</dcterms:created>
  <dcterms:modified xsi:type="dcterms:W3CDTF">2026-03-31T07:53:14Z</dcterms:modified>
</cp:coreProperties>
</file>